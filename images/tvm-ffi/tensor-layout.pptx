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</p:sldIdLst>
  <p:sldSz cx="150876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A57"/>
    <a:srgbClr val="FAC18D"/>
    <a:srgbClr val="C7DFEF"/>
    <a:srgbClr val="F9B592"/>
    <a:srgbClr val="B2C4E2"/>
    <a:srgbClr val="E4E5E8"/>
    <a:srgbClr val="C3DEEE"/>
    <a:srgbClr val="93D977"/>
    <a:srgbClr val="C9E9A2"/>
    <a:srgbClr val="FCD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46"/>
  </p:normalViewPr>
  <p:slideViewPr>
    <p:cSldViewPr snapToGrid="0">
      <p:cViewPr>
        <p:scale>
          <a:sx n="51" d="100"/>
          <a:sy n="51" d="100"/>
        </p:scale>
        <p:origin x="1192" y="1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5950" y="823066"/>
            <a:ext cx="113157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5950" y="2641495"/>
            <a:ext cx="113157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5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84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414" y="1253808"/>
            <a:ext cx="1301305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9414" y="3365607"/>
            <a:ext cx="1301305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2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7273" y="1338792"/>
            <a:ext cx="641223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8098" y="1338792"/>
            <a:ext cx="641223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4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267758"/>
            <a:ext cx="1301305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238" y="1232853"/>
            <a:ext cx="6382761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39238" y="1837055"/>
            <a:ext cx="6382761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8098" y="1232853"/>
            <a:ext cx="6414195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8098" y="1837055"/>
            <a:ext cx="641419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681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6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16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335280"/>
            <a:ext cx="4866143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4195" y="724112"/>
            <a:ext cx="7638098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1508760"/>
            <a:ext cx="4866143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13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238" y="335280"/>
            <a:ext cx="4866143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14195" y="724112"/>
            <a:ext cx="7638098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9238" y="1508760"/>
            <a:ext cx="4866143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1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2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7064" y="267758"/>
            <a:ext cx="3253264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7273" y="267758"/>
            <a:ext cx="9571196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6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7273" y="267758"/>
            <a:ext cx="1301305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7273" y="1338792"/>
            <a:ext cx="1301305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7272" y="4661324"/>
            <a:ext cx="339471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EE522-1DEA-D346-B25E-8043EAB57A2C}" type="datetimeFigureOut">
              <a:rPr lang="en-US" smtClean="0"/>
              <a:t>12/25/25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7768" y="4661324"/>
            <a:ext cx="509206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5618" y="4661324"/>
            <a:ext cx="339471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86A38-8B5D-194D-8272-0A87868A5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712EF4F-0ADB-2BA5-0E6A-191C1CE7E7EE}"/>
              </a:ext>
            </a:extLst>
          </p:cNvPr>
          <p:cNvSpPr/>
          <p:nvPr/>
        </p:nvSpPr>
        <p:spPr>
          <a:xfrm>
            <a:off x="9884603" y="2069159"/>
            <a:ext cx="182621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bits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AFC3FB-468A-E508-2A9E-0290105ACCD5}"/>
              </a:ext>
            </a:extLst>
          </p:cNvPr>
          <p:cNvSpPr/>
          <p:nvPr/>
        </p:nvSpPr>
        <p:spPr>
          <a:xfrm>
            <a:off x="9700053" y="2069160"/>
            <a:ext cx="183619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code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33AA700-6962-C456-D379-4BCCEEC063BA}"/>
              </a:ext>
            </a:extLst>
          </p:cNvPr>
          <p:cNvSpPr/>
          <p:nvPr/>
        </p:nvSpPr>
        <p:spPr>
          <a:xfrm>
            <a:off x="10065747" y="2069158"/>
            <a:ext cx="367238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lanes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82C3A-71B9-F64E-7BAF-D3C2A1F951D6}"/>
              </a:ext>
            </a:extLst>
          </p:cNvPr>
          <p:cNvSpPr/>
          <p:nvPr/>
        </p:nvSpPr>
        <p:spPr>
          <a:xfrm>
            <a:off x="9700045" y="1830621"/>
            <a:ext cx="731520" cy="234752"/>
          </a:xfrm>
          <a:prstGeom prst="rect">
            <a:avLst/>
          </a:prstGeom>
          <a:solidFill>
            <a:srgbClr val="C3DEEE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dtype</a:t>
            </a:r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DLDataType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F64AF2-38E5-69A4-9F77-94E97085305C}"/>
              </a:ext>
            </a:extLst>
          </p:cNvPr>
          <p:cNvSpPr/>
          <p:nvPr/>
        </p:nvSpPr>
        <p:spPr>
          <a:xfrm>
            <a:off x="10436356" y="1829373"/>
            <a:ext cx="1463040" cy="464830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shape: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07B288-FAFF-D16A-E7C9-D27DC1B01703}"/>
              </a:ext>
            </a:extLst>
          </p:cNvPr>
          <p:cNvSpPr/>
          <p:nvPr/>
        </p:nvSpPr>
        <p:spPr>
          <a:xfrm>
            <a:off x="11900442" y="1829373"/>
            <a:ext cx="146304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strides: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AB5706-5B57-E238-89A7-CA2C034DB076}"/>
              </a:ext>
            </a:extLst>
          </p:cNvPr>
          <p:cNvSpPr/>
          <p:nvPr/>
        </p:nvSpPr>
        <p:spPr>
          <a:xfrm>
            <a:off x="13363482" y="1829373"/>
            <a:ext cx="1463040" cy="464830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byte_offset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uint64_t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CDFCE9-2F51-04CD-3BEE-9CCBD4F66ABC}"/>
              </a:ext>
            </a:extLst>
          </p:cNvPr>
          <p:cNvSpPr/>
          <p:nvPr/>
        </p:nvSpPr>
        <p:spPr>
          <a:xfrm>
            <a:off x="8965362" y="1830621"/>
            <a:ext cx="73152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ndim</a:t>
            </a: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int32_t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FC78BB-77E4-2A8D-2397-56F36A25DB13}"/>
              </a:ext>
            </a:extLst>
          </p:cNvPr>
          <p:cNvSpPr/>
          <p:nvPr/>
        </p:nvSpPr>
        <p:spPr>
          <a:xfrm>
            <a:off x="8232083" y="2069151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device_id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A6FD833-2693-7A9D-531F-23459FCBE722}"/>
              </a:ext>
            </a:extLst>
          </p:cNvPr>
          <p:cNvSpPr/>
          <p:nvPr/>
        </p:nvSpPr>
        <p:spPr>
          <a:xfrm>
            <a:off x="7499482" y="2071050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E970A1B-880B-5617-91F9-3A167785E1E8}"/>
              </a:ext>
            </a:extLst>
          </p:cNvPr>
          <p:cNvSpPr/>
          <p:nvPr/>
        </p:nvSpPr>
        <p:spPr>
          <a:xfrm>
            <a:off x="7499482" y="1830619"/>
            <a:ext cx="1463040" cy="237744"/>
          </a:xfrm>
          <a:prstGeom prst="rect">
            <a:avLst/>
          </a:prstGeom>
          <a:solidFill>
            <a:srgbClr val="B2C4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device: </a:t>
            </a:r>
            <a:r>
              <a:rPr lang="en-US" sz="9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DLDevice</a:t>
            </a:r>
            <a:endParaRPr lang="en-US" sz="9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B10F7F8-238B-6A85-9DCA-CB54F01D1C6D}"/>
              </a:ext>
            </a:extLst>
          </p:cNvPr>
          <p:cNvSpPr/>
          <p:nvPr/>
        </p:nvSpPr>
        <p:spPr>
          <a:xfrm>
            <a:off x="6036442" y="1830628"/>
            <a:ext cx="1463040" cy="466731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data: void*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(64 bit)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B9873F7-1FBF-7D61-6B08-766B7C0897AD}"/>
              </a:ext>
            </a:extLst>
          </p:cNvPr>
          <p:cNvSpPr/>
          <p:nvPr/>
        </p:nvSpPr>
        <p:spPr>
          <a:xfrm>
            <a:off x="6037543" y="1599361"/>
            <a:ext cx="8788987" cy="231256"/>
          </a:xfrm>
          <a:prstGeom prst="rect">
            <a:avLst/>
          </a:prstGeom>
          <a:gradFill>
            <a:gsLst>
              <a:gs pos="30000">
                <a:srgbClr val="C7DEED"/>
              </a:gs>
              <a:gs pos="35000">
                <a:srgbClr val="A3C8E9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dl_tensor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DLTensor</a:t>
            </a:r>
            <a:endParaRPr lang="en-US" sz="10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BC35F64-A97D-E401-AE2C-5C22FBCBE30F}"/>
              </a:ext>
            </a:extLst>
          </p:cNvPr>
          <p:cNvSpPr/>
          <p:nvPr/>
        </p:nvSpPr>
        <p:spPr>
          <a:xfrm>
            <a:off x="4573400" y="1599363"/>
            <a:ext cx="1463040" cy="704088"/>
          </a:xfrm>
          <a:prstGeom prst="rect">
            <a:avLst/>
          </a:prstGeom>
          <a:gradFill>
            <a:gsLst>
              <a:gs pos="45000">
                <a:srgbClr val="FAC18D"/>
              </a:gs>
              <a:gs pos="55000">
                <a:srgbClr val="F9AA5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flags: uint64_t</a:t>
            </a: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5745263-9AED-E134-DF19-41ABD90ABDEA}"/>
              </a:ext>
            </a:extLst>
          </p:cNvPr>
          <p:cNvSpPr/>
          <p:nvPr/>
        </p:nvSpPr>
        <p:spPr>
          <a:xfrm>
            <a:off x="3111454" y="1595436"/>
            <a:ext cx="1463040" cy="705717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deleter</a:t>
            </a: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void*</a:t>
            </a: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22735C4-FAF9-B824-2789-1749D5201796}"/>
              </a:ext>
            </a:extLst>
          </p:cNvPr>
          <p:cNvSpPr/>
          <p:nvPr/>
        </p:nvSpPr>
        <p:spPr>
          <a:xfrm>
            <a:off x="185039" y="1594244"/>
            <a:ext cx="1463040" cy="356616"/>
          </a:xfrm>
          <a:prstGeom prst="rect">
            <a:avLst/>
          </a:prstGeom>
          <a:gradFill>
            <a:gsLst>
              <a:gs pos="45000">
                <a:srgbClr val="FAC18D"/>
              </a:gs>
              <a:gs pos="55000">
                <a:srgbClr val="F9AA5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version: 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DLPackVersion</a:t>
            </a:r>
            <a:endParaRPr lang="en-US" sz="10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E8ED68E-FD58-7FE4-2E66-1A492C4FDA52}"/>
              </a:ext>
            </a:extLst>
          </p:cNvPr>
          <p:cNvSpPr/>
          <p:nvPr/>
        </p:nvSpPr>
        <p:spPr>
          <a:xfrm>
            <a:off x="918476" y="1951085"/>
            <a:ext cx="731520" cy="350062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minor</a:t>
            </a:r>
          </a:p>
          <a:p>
            <a:pPr algn="ctr"/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BB40BD-42A1-9FAF-68AC-5EA4B5BF6250}"/>
              </a:ext>
            </a:extLst>
          </p:cNvPr>
          <p:cNvSpPr/>
          <p:nvPr/>
        </p:nvSpPr>
        <p:spPr>
          <a:xfrm>
            <a:off x="184309" y="1950866"/>
            <a:ext cx="731520" cy="350287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major</a:t>
            </a:r>
          </a:p>
          <a:p>
            <a:pPr algn="ctr"/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439C5B-B19F-C1CD-ED9A-51D595320348}"/>
              </a:ext>
            </a:extLst>
          </p:cNvPr>
          <p:cNvSpPr/>
          <p:nvPr/>
        </p:nvSpPr>
        <p:spPr>
          <a:xfrm>
            <a:off x="1652280" y="1595661"/>
            <a:ext cx="1463040" cy="705717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managed_ctx</a:t>
            </a: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void*</a:t>
            </a: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96AAF2-7311-5DFE-7D79-A76AF3111521}"/>
              </a:ext>
            </a:extLst>
          </p:cNvPr>
          <p:cNvSpPr/>
          <p:nvPr/>
        </p:nvSpPr>
        <p:spPr>
          <a:xfrm>
            <a:off x="9885698" y="684409"/>
            <a:ext cx="182621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bits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78F29-29F1-3900-7DA3-01D5BD11C6A5}"/>
              </a:ext>
            </a:extLst>
          </p:cNvPr>
          <p:cNvSpPr/>
          <p:nvPr/>
        </p:nvSpPr>
        <p:spPr>
          <a:xfrm>
            <a:off x="9701148" y="684410"/>
            <a:ext cx="183619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code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BA653-BC60-5153-24B9-3C302A81C950}"/>
              </a:ext>
            </a:extLst>
          </p:cNvPr>
          <p:cNvSpPr/>
          <p:nvPr/>
        </p:nvSpPr>
        <p:spPr>
          <a:xfrm>
            <a:off x="10066842" y="684408"/>
            <a:ext cx="367238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lanes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21DD0-E820-F981-64D7-059A6DACCA1E}"/>
              </a:ext>
            </a:extLst>
          </p:cNvPr>
          <p:cNvSpPr/>
          <p:nvPr/>
        </p:nvSpPr>
        <p:spPr>
          <a:xfrm>
            <a:off x="9701140" y="445871"/>
            <a:ext cx="731520" cy="234752"/>
          </a:xfrm>
          <a:prstGeom prst="rect">
            <a:avLst/>
          </a:prstGeom>
          <a:solidFill>
            <a:srgbClr val="C3DEEE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dtype</a:t>
            </a:r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DLDataType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6EC0B-B375-5116-1A32-5AA4FD2F26EB}"/>
              </a:ext>
            </a:extLst>
          </p:cNvPr>
          <p:cNvSpPr/>
          <p:nvPr/>
        </p:nvSpPr>
        <p:spPr>
          <a:xfrm>
            <a:off x="10437451" y="444623"/>
            <a:ext cx="1463040" cy="464830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shape: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5FCF4E-6621-9807-75EA-098891480D57}"/>
              </a:ext>
            </a:extLst>
          </p:cNvPr>
          <p:cNvSpPr/>
          <p:nvPr/>
        </p:nvSpPr>
        <p:spPr>
          <a:xfrm>
            <a:off x="11901537" y="444623"/>
            <a:ext cx="146304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strides: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A28A11-7427-D356-9FCA-0E9111AD7803}"/>
              </a:ext>
            </a:extLst>
          </p:cNvPr>
          <p:cNvSpPr/>
          <p:nvPr/>
        </p:nvSpPr>
        <p:spPr>
          <a:xfrm>
            <a:off x="13364577" y="444623"/>
            <a:ext cx="1463040" cy="464830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byte_offset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uint64_t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BEEC1A-14C4-5D47-385E-861AC61CB5FA}"/>
              </a:ext>
            </a:extLst>
          </p:cNvPr>
          <p:cNvSpPr/>
          <p:nvPr/>
        </p:nvSpPr>
        <p:spPr>
          <a:xfrm>
            <a:off x="8966457" y="445871"/>
            <a:ext cx="73152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ndim</a:t>
            </a: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int32_t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CFD3B7-B772-DA5C-AD84-F4A2F24535FC}"/>
              </a:ext>
            </a:extLst>
          </p:cNvPr>
          <p:cNvSpPr/>
          <p:nvPr/>
        </p:nvSpPr>
        <p:spPr>
          <a:xfrm>
            <a:off x="8233178" y="684401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device_id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B05C6D-25A1-66BA-3295-10D657FFE49F}"/>
              </a:ext>
            </a:extLst>
          </p:cNvPr>
          <p:cNvSpPr/>
          <p:nvPr/>
        </p:nvSpPr>
        <p:spPr>
          <a:xfrm>
            <a:off x="7500577" y="686300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0A6223-769E-8C79-0D02-CB4147676542}"/>
              </a:ext>
            </a:extLst>
          </p:cNvPr>
          <p:cNvSpPr/>
          <p:nvPr/>
        </p:nvSpPr>
        <p:spPr>
          <a:xfrm>
            <a:off x="7500577" y="445869"/>
            <a:ext cx="1463040" cy="237744"/>
          </a:xfrm>
          <a:prstGeom prst="rect">
            <a:avLst/>
          </a:prstGeom>
          <a:solidFill>
            <a:srgbClr val="B2C4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device: </a:t>
            </a:r>
            <a:r>
              <a:rPr lang="en-US" sz="9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DLDevice</a:t>
            </a:r>
            <a:endParaRPr lang="en-US" sz="9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376B94-1905-2395-CB2B-905B90CAF815}"/>
              </a:ext>
            </a:extLst>
          </p:cNvPr>
          <p:cNvSpPr/>
          <p:nvPr/>
        </p:nvSpPr>
        <p:spPr>
          <a:xfrm>
            <a:off x="6037537" y="445877"/>
            <a:ext cx="1463040" cy="466731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data: void*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(64 bit)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B9EAE1-A59F-4BC3-E6DE-ED1E0F0EF07A}"/>
              </a:ext>
            </a:extLst>
          </p:cNvPr>
          <p:cNvSpPr/>
          <p:nvPr/>
        </p:nvSpPr>
        <p:spPr>
          <a:xfrm>
            <a:off x="9884603" y="3310735"/>
            <a:ext cx="182621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bits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49DDE-4C7B-D05A-FCBB-804EDE62F8BC}"/>
              </a:ext>
            </a:extLst>
          </p:cNvPr>
          <p:cNvSpPr/>
          <p:nvPr/>
        </p:nvSpPr>
        <p:spPr>
          <a:xfrm>
            <a:off x="9700053" y="3310736"/>
            <a:ext cx="183619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code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57FA47-31BE-CEF7-FFE9-F266492FE233}"/>
              </a:ext>
            </a:extLst>
          </p:cNvPr>
          <p:cNvSpPr/>
          <p:nvPr/>
        </p:nvSpPr>
        <p:spPr>
          <a:xfrm>
            <a:off x="10065747" y="3310734"/>
            <a:ext cx="367238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lanes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0F9E39-7610-9653-7DF9-7A4658986A7B}"/>
              </a:ext>
            </a:extLst>
          </p:cNvPr>
          <p:cNvSpPr/>
          <p:nvPr/>
        </p:nvSpPr>
        <p:spPr>
          <a:xfrm>
            <a:off x="9700045" y="3072197"/>
            <a:ext cx="731520" cy="234752"/>
          </a:xfrm>
          <a:prstGeom prst="rect">
            <a:avLst/>
          </a:prstGeom>
          <a:solidFill>
            <a:srgbClr val="C3DEEE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dtype</a:t>
            </a:r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DLDataType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09FEC7C-422E-5725-229B-D6A0445BF5E5}"/>
              </a:ext>
            </a:extLst>
          </p:cNvPr>
          <p:cNvSpPr/>
          <p:nvPr/>
        </p:nvSpPr>
        <p:spPr>
          <a:xfrm>
            <a:off x="10436356" y="3070949"/>
            <a:ext cx="1463040" cy="464830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shape: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B65A33-46FC-A6FC-C73D-3237A33CF385}"/>
              </a:ext>
            </a:extLst>
          </p:cNvPr>
          <p:cNvSpPr/>
          <p:nvPr/>
        </p:nvSpPr>
        <p:spPr>
          <a:xfrm>
            <a:off x="11900442" y="3070949"/>
            <a:ext cx="146304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strides: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773900-CF77-49DF-DAFE-F435E50A84A8}"/>
              </a:ext>
            </a:extLst>
          </p:cNvPr>
          <p:cNvSpPr/>
          <p:nvPr/>
        </p:nvSpPr>
        <p:spPr>
          <a:xfrm>
            <a:off x="13363482" y="3070949"/>
            <a:ext cx="1463040" cy="464830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byte_offset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uint64_t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4AE833-1726-377C-6FC4-5DAC1B6BDC2B}"/>
              </a:ext>
            </a:extLst>
          </p:cNvPr>
          <p:cNvSpPr/>
          <p:nvPr/>
        </p:nvSpPr>
        <p:spPr>
          <a:xfrm>
            <a:off x="8965362" y="3072197"/>
            <a:ext cx="73152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ndim</a:t>
            </a: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int32_t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49C1E5-6C9E-163F-EA95-C7E0DFFBD6BB}"/>
              </a:ext>
            </a:extLst>
          </p:cNvPr>
          <p:cNvSpPr/>
          <p:nvPr/>
        </p:nvSpPr>
        <p:spPr>
          <a:xfrm>
            <a:off x="8232083" y="3310727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device_id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021F5C-0DAE-D571-B311-046369085C53}"/>
              </a:ext>
            </a:extLst>
          </p:cNvPr>
          <p:cNvSpPr/>
          <p:nvPr/>
        </p:nvSpPr>
        <p:spPr>
          <a:xfrm>
            <a:off x="7499482" y="3312626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945734-690F-CA87-8B86-943F74E9DA7E}"/>
              </a:ext>
            </a:extLst>
          </p:cNvPr>
          <p:cNvSpPr/>
          <p:nvPr/>
        </p:nvSpPr>
        <p:spPr>
          <a:xfrm>
            <a:off x="7499482" y="3072195"/>
            <a:ext cx="1463040" cy="237744"/>
          </a:xfrm>
          <a:prstGeom prst="rect">
            <a:avLst/>
          </a:prstGeom>
          <a:solidFill>
            <a:srgbClr val="B2C4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device: </a:t>
            </a:r>
            <a:r>
              <a:rPr lang="en-US" sz="9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DLDevice</a:t>
            </a:r>
            <a:endParaRPr lang="en-US" sz="9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74165F-C87A-19B7-25F9-4DDA7E0B4A7F}"/>
              </a:ext>
            </a:extLst>
          </p:cNvPr>
          <p:cNvSpPr/>
          <p:nvPr/>
        </p:nvSpPr>
        <p:spPr>
          <a:xfrm>
            <a:off x="6036442" y="3072204"/>
            <a:ext cx="1463040" cy="466731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data: void*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(64 bit)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49C8A90-FF2D-965D-41D5-4018AD65449E}"/>
              </a:ext>
            </a:extLst>
          </p:cNvPr>
          <p:cNvSpPr/>
          <p:nvPr/>
        </p:nvSpPr>
        <p:spPr>
          <a:xfrm>
            <a:off x="6037543" y="2840937"/>
            <a:ext cx="8788987" cy="231256"/>
          </a:xfrm>
          <a:prstGeom prst="rect">
            <a:avLst/>
          </a:prstGeom>
          <a:gradFill>
            <a:gsLst>
              <a:gs pos="30000">
                <a:srgbClr val="C7DEED"/>
              </a:gs>
              <a:gs pos="35000">
                <a:srgbClr val="A3C8E9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dl_tensor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DLTensor</a:t>
            </a:r>
            <a:endParaRPr lang="en-US" sz="10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FDE78BE-D4A7-B173-E8AB-8464626FB78D}"/>
              </a:ext>
            </a:extLst>
          </p:cNvPr>
          <p:cNvSpPr/>
          <p:nvPr/>
        </p:nvSpPr>
        <p:spPr>
          <a:xfrm>
            <a:off x="9884601" y="4584743"/>
            <a:ext cx="182621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bits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527D9A-61C7-157A-8B92-B132EBED6FDF}"/>
              </a:ext>
            </a:extLst>
          </p:cNvPr>
          <p:cNvSpPr/>
          <p:nvPr/>
        </p:nvSpPr>
        <p:spPr>
          <a:xfrm>
            <a:off x="9700051" y="4584744"/>
            <a:ext cx="183619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code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8bit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53AF3D0-939F-DC5B-DEF2-8214AE9CF014}"/>
              </a:ext>
            </a:extLst>
          </p:cNvPr>
          <p:cNvSpPr/>
          <p:nvPr/>
        </p:nvSpPr>
        <p:spPr>
          <a:xfrm>
            <a:off x="10065745" y="4584742"/>
            <a:ext cx="367238" cy="226301"/>
          </a:xfrm>
          <a:prstGeom prst="rect">
            <a:avLst/>
          </a:prstGeom>
          <a:solidFill>
            <a:srgbClr val="E4E5E8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lanes</a:t>
            </a:r>
          </a:p>
          <a:p>
            <a:pPr algn="ctr"/>
            <a:r>
              <a:rPr lang="en-US" sz="5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A8A3E2B-140F-0168-802D-BC86EA3BDD65}"/>
              </a:ext>
            </a:extLst>
          </p:cNvPr>
          <p:cNvSpPr/>
          <p:nvPr/>
        </p:nvSpPr>
        <p:spPr>
          <a:xfrm>
            <a:off x="9700043" y="4346205"/>
            <a:ext cx="731520" cy="234752"/>
          </a:xfrm>
          <a:prstGeom prst="rect">
            <a:avLst/>
          </a:prstGeom>
          <a:solidFill>
            <a:srgbClr val="C3DEEE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dtype</a:t>
            </a:r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DLDataType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35AC2A3-556E-6E44-E0B9-F27820AE7748}"/>
              </a:ext>
            </a:extLst>
          </p:cNvPr>
          <p:cNvSpPr/>
          <p:nvPr/>
        </p:nvSpPr>
        <p:spPr>
          <a:xfrm>
            <a:off x="10436354" y="4344957"/>
            <a:ext cx="1463040" cy="464830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shape: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B0E2AC-FC85-89B0-5AB0-3F09D7D41074}"/>
              </a:ext>
            </a:extLst>
          </p:cNvPr>
          <p:cNvSpPr/>
          <p:nvPr/>
        </p:nvSpPr>
        <p:spPr>
          <a:xfrm>
            <a:off x="11900440" y="4344957"/>
            <a:ext cx="146304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strides: int64_t*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62CC12-7FF1-7BEA-46D0-601135AE66AA}"/>
              </a:ext>
            </a:extLst>
          </p:cNvPr>
          <p:cNvSpPr/>
          <p:nvPr/>
        </p:nvSpPr>
        <p:spPr>
          <a:xfrm>
            <a:off x="13363480" y="4344957"/>
            <a:ext cx="1463040" cy="464830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byte_offset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uint64_t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C97A9F7-B09A-0072-2E21-2EAEFCE47C52}"/>
              </a:ext>
            </a:extLst>
          </p:cNvPr>
          <p:cNvSpPr/>
          <p:nvPr/>
        </p:nvSpPr>
        <p:spPr>
          <a:xfrm>
            <a:off x="8965360" y="4346205"/>
            <a:ext cx="731520" cy="464830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8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ndim</a:t>
            </a: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int32_t</a:t>
            </a:r>
          </a:p>
          <a:p>
            <a:pPr algn="ctr">
              <a:lnSpc>
                <a:spcPct val="150000"/>
              </a:lnSpc>
            </a:pPr>
            <a:r>
              <a:rPr lang="en-US" sz="8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32 bit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496927A-BE93-1AB6-D2D0-A0AE30E8EB5C}"/>
              </a:ext>
            </a:extLst>
          </p:cNvPr>
          <p:cNvSpPr/>
          <p:nvPr/>
        </p:nvSpPr>
        <p:spPr>
          <a:xfrm>
            <a:off x="8232081" y="4584735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device_id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7144CE1-5EF5-E8E8-AE66-F5DB7C1E022D}"/>
              </a:ext>
            </a:extLst>
          </p:cNvPr>
          <p:cNvSpPr/>
          <p:nvPr/>
        </p:nvSpPr>
        <p:spPr>
          <a:xfrm>
            <a:off x="7499480" y="4586634"/>
            <a:ext cx="731520" cy="226300"/>
          </a:xfrm>
          <a:prstGeom prst="rect">
            <a:avLst/>
          </a:prstGeom>
          <a:solidFill>
            <a:srgbClr val="F9B59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device_type</a:t>
            </a:r>
            <a:endParaRPr lang="en-US" sz="6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/>
            <a:r>
              <a:rPr lang="en-US" sz="6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16 bit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1328ADF-10CE-70D2-5DC1-55BA3B7A52CB}"/>
              </a:ext>
            </a:extLst>
          </p:cNvPr>
          <p:cNvSpPr/>
          <p:nvPr/>
        </p:nvSpPr>
        <p:spPr>
          <a:xfrm>
            <a:off x="7499480" y="4346203"/>
            <a:ext cx="1463040" cy="237744"/>
          </a:xfrm>
          <a:prstGeom prst="rect">
            <a:avLst/>
          </a:prstGeom>
          <a:solidFill>
            <a:srgbClr val="B2C4E2"/>
          </a:soli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device: </a:t>
            </a:r>
            <a:r>
              <a:rPr lang="en-US" sz="9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DLDevice</a:t>
            </a:r>
            <a:endParaRPr lang="en-US" sz="9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14A0536-EB87-1187-6302-02C0908B57DB}"/>
              </a:ext>
            </a:extLst>
          </p:cNvPr>
          <p:cNvSpPr/>
          <p:nvPr/>
        </p:nvSpPr>
        <p:spPr>
          <a:xfrm>
            <a:off x="6036440" y="4346212"/>
            <a:ext cx="1463040" cy="466731"/>
          </a:xfrm>
          <a:prstGeom prst="rect">
            <a:avLst/>
          </a:prstGeom>
          <a:gradFill>
            <a:gsLst>
              <a:gs pos="45000">
                <a:srgbClr val="C9E9A2"/>
              </a:gs>
              <a:gs pos="55000">
                <a:srgbClr val="93D97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data: void*</a:t>
            </a:r>
          </a:p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(64 bit)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E13A971-C76C-8ACD-E429-AF19342193B1}"/>
              </a:ext>
            </a:extLst>
          </p:cNvPr>
          <p:cNvSpPr/>
          <p:nvPr/>
        </p:nvSpPr>
        <p:spPr>
          <a:xfrm>
            <a:off x="6037541" y="4114945"/>
            <a:ext cx="8788987" cy="231256"/>
          </a:xfrm>
          <a:prstGeom prst="rect">
            <a:avLst/>
          </a:prstGeom>
          <a:gradFill>
            <a:gsLst>
              <a:gs pos="30000">
                <a:srgbClr val="C7DEED"/>
              </a:gs>
              <a:gs pos="35000">
                <a:srgbClr val="A3C8E9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dl_tensor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DLTensor</a:t>
            </a:r>
            <a:endParaRPr lang="en-US" sz="100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A206AA3-116E-B0AD-1050-A4B75A27468F}"/>
              </a:ext>
            </a:extLst>
          </p:cNvPr>
          <p:cNvSpPr/>
          <p:nvPr/>
        </p:nvSpPr>
        <p:spPr>
          <a:xfrm>
            <a:off x="4581825" y="4348345"/>
            <a:ext cx="1463040" cy="468690"/>
          </a:xfrm>
          <a:prstGeom prst="rect">
            <a:avLst/>
          </a:prstGeom>
          <a:gradFill>
            <a:gsLst>
              <a:gs pos="45000">
                <a:srgbClr val="FAC18D"/>
              </a:gs>
              <a:gs pos="55000">
                <a:srgbClr val="F9AA57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deleter</a:t>
            </a: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void*</a:t>
            </a: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13CBEC5-3A18-0E0C-23FF-E9947874D706}"/>
              </a:ext>
            </a:extLst>
          </p:cNvPr>
          <p:cNvSpPr/>
          <p:nvPr/>
        </p:nvSpPr>
        <p:spPr>
          <a:xfrm>
            <a:off x="3119879" y="4344957"/>
            <a:ext cx="1463040" cy="469774"/>
          </a:xfrm>
          <a:prstGeom prst="rect">
            <a:avLst/>
          </a:prstGeom>
          <a:gradFill>
            <a:gsLst>
              <a:gs pos="45000">
                <a:srgbClr val="FEE16F"/>
              </a:gs>
              <a:gs pos="55000">
                <a:srgbClr val="FCD126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type_index</a:t>
            </a: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 int64_t</a:t>
            </a: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AD2A99A-7E08-EBAD-4F1E-CD5CAEBE7489}"/>
              </a:ext>
            </a:extLst>
          </p:cNvPr>
          <p:cNvSpPr/>
          <p:nvPr/>
        </p:nvSpPr>
        <p:spPr>
          <a:xfrm>
            <a:off x="1660705" y="4345182"/>
            <a:ext cx="1463040" cy="469774"/>
          </a:xfrm>
          <a:prstGeom prst="rect">
            <a:avLst/>
          </a:prstGeom>
          <a:gradFill flip="none" rotWithShape="1">
            <a:gsLst>
              <a:gs pos="45000">
                <a:srgbClr val="C7DEED"/>
              </a:gs>
              <a:gs pos="55000">
                <a:srgbClr val="A3C8E9"/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ref_count</a:t>
            </a:r>
            <a:endParaRPr lang="en-US" sz="1050" dirty="0">
              <a:solidFill>
                <a:sysClr val="windowText" lastClr="000000"/>
              </a:solidFill>
              <a:latin typeface="Chalkboard" panose="03050602040202020205" pitchFamily="66" charset="77"/>
            </a:endParaRPr>
          </a:p>
          <a:p>
            <a:pPr algn="ctr">
              <a:lnSpc>
                <a:spcPct val="150000"/>
              </a:lnSpc>
            </a:pPr>
            <a:r>
              <a:rPr lang="en-US" sz="105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64 bit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48B9515-85F1-6562-6367-8BFEC575D704}"/>
              </a:ext>
            </a:extLst>
          </p:cNvPr>
          <p:cNvSpPr/>
          <p:nvPr/>
        </p:nvSpPr>
        <p:spPr>
          <a:xfrm>
            <a:off x="1660710" y="4114052"/>
            <a:ext cx="4384683" cy="231256"/>
          </a:xfrm>
          <a:prstGeom prst="rect">
            <a:avLst/>
          </a:prstGeom>
          <a:gradFill>
            <a:gsLst>
              <a:gs pos="30000">
                <a:srgbClr val="C7DEED"/>
              </a:gs>
              <a:gs pos="35000">
                <a:srgbClr val="A3C8E9"/>
              </a:gs>
            </a:gsLst>
            <a:lin ang="5400000" scaled="1"/>
          </a:gradFill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tvm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::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ffi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::</a:t>
            </a:r>
            <a:r>
              <a:rPr lang="en-US" sz="1000" dirty="0" err="1">
                <a:solidFill>
                  <a:sysClr val="windowText" lastClr="000000"/>
                </a:solidFill>
                <a:latin typeface="Chalkboard" panose="03050602040202020205" pitchFamily="66" charset="77"/>
              </a:rPr>
              <a:t>Obeject</a:t>
            </a:r>
            <a:r>
              <a:rPr lang="en-US" sz="1000" dirty="0">
                <a:solidFill>
                  <a:sysClr val="windowText" lastClr="000000"/>
                </a:solidFill>
                <a:latin typeface="Chalkboard" panose="03050602040202020205" pitchFamily="66" charset="77"/>
              </a:rPr>
              <a:t> header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DC3B80-470F-2682-62D7-FBDF5603A553}"/>
              </a:ext>
            </a:extLst>
          </p:cNvPr>
          <p:cNvSpPr txBox="1"/>
          <p:nvPr/>
        </p:nvSpPr>
        <p:spPr>
          <a:xfrm>
            <a:off x="6072836" y="-23999"/>
            <a:ext cx="11857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halkboard" panose="03050602040202020205" pitchFamily="66" charset="77"/>
              </a:rPr>
              <a:t>DLTensor</a:t>
            </a:r>
            <a:endParaRPr lang="en-US" sz="2000" dirty="0">
              <a:latin typeface="Chalkboard" panose="03050602040202020205" pitchFamily="66" charset="7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26020A-E4BC-8698-8308-0B8C372A3FD1}"/>
              </a:ext>
            </a:extLst>
          </p:cNvPr>
          <p:cNvSpPr txBox="1"/>
          <p:nvPr/>
        </p:nvSpPr>
        <p:spPr>
          <a:xfrm>
            <a:off x="184352" y="1143944"/>
            <a:ext cx="33658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halkboard" panose="03050602040202020205" pitchFamily="66" charset="77"/>
              </a:rPr>
              <a:t>DLManagedTensorVersioned</a:t>
            </a:r>
            <a:endParaRPr lang="en-US" sz="2000" dirty="0">
              <a:latin typeface="Chalkboard" panose="03050602040202020205" pitchFamily="66" charset="7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A07A848-6EA5-D0F9-C3DC-A819038C0114}"/>
              </a:ext>
            </a:extLst>
          </p:cNvPr>
          <p:cNvSpPr txBox="1"/>
          <p:nvPr/>
        </p:nvSpPr>
        <p:spPr>
          <a:xfrm>
            <a:off x="6033805" y="2388687"/>
            <a:ext cx="2460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halkboard" panose="03050602040202020205" pitchFamily="66" charset="77"/>
              </a:rPr>
              <a:t>tvm</a:t>
            </a:r>
            <a:r>
              <a:rPr lang="en-US" sz="2000" dirty="0">
                <a:latin typeface="Chalkboard" panose="03050602040202020205" pitchFamily="66" charset="77"/>
              </a:rPr>
              <a:t>::</a:t>
            </a:r>
            <a:r>
              <a:rPr lang="en-US" sz="2000" dirty="0" err="1">
                <a:latin typeface="Chalkboard" panose="03050602040202020205" pitchFamily="66" charset="77"/>
              </a:rPr>
              <a:t>ffi</a:t>
            </a:r>
            <a:r>
              <a:rPr lang="en-US" sz="2000" dirty="0">
                <a:latin typeface="Chalkboard" panose="03050602040202020205" pitchFamily="66" charset="77"/>
              </a:rPr>
              <a:t>::</a:t>
            </a:r>
            <a:r>
              <a:rPr lang="en-US" sz="2000" dirty="0" err="1">
                <a:latin typeface="Chalkboard" panose="03050602040202020205" pitchFamily="66" charset="77"/>
              </a:rPr>
              <a:t>TensorView</a:t>
            </a:r>
            <a:endParaRPr lang="en-US" sz="2000" dirty="0">
              <a:latin typeface="Chalkboard" panose="03050602040202020205" pitchFamily="66" charset="7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E3AC70E-CE75-02FC-0A7D-053496CD9395}"/>
              </a:ext>
            </a:extLst>
          </p:cNvPr>
          <p:cNvSpPr txBox="1"/>
          <p:nvPr/>
        </p:nvSpPr>
        <p:spPr>
          <a:xfrm>
            <a:off x="1645981" y="3694632"/>
            <a:ext cx="23404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Chalkboard" panose="03050602040202020205" pitchFamily="66" charset="77"/>
              </a:rPr>
              <a:t>tvm</a:t>
            </a:r>
            <a:r>
              <a:rPr lang="en-US" sz="2000" dirty="0">
                <a:latin typeface="Chalkboard" panose="03050602040202020205" pitchFamily="66" charset="77"/>
              </a:rPr>
              <a:t>::</a:t>
            </a:r>
            <a:r>
              <a:rPr lang="en-US" sz="2000" dirty="0" err="1">
                <a:latin typeface="Chalkboard" panose="03050602040202020205" pitchFamily="66" charset="77"/>
              </a:rPr>
              <a:t>ffi</a:t>
            </a:r>
            <a:r>
              <a:rPr lang="en-US" sz="2000" dirty="0">
                <a:latin typeface="Chalkboard" panose="03050602040202020205" pitchFamily="66" charset="77"/>
              </a:rPr>
              <a:t>::</a:t>
            </a:r>
            <a:r>
              <a:rPr lang="en-US" sz="2000" dirty="0" err="1">
                <a:latin typeface="Chalkboard" panose="03050602040202020205" pitchFamily="66" charset="77"/>
              </a:rPr>
              <a:t>TensorObj</a:t>
            </a:r>
            <a:endParaRPr lang="en-US" sz="2000" dirty="0">
              <a:latin typeface="Chalkboard" panose="03050602040202020205" pitchFamily="66" charset="77"/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638604B1-DA11-044D-14C2-3EFE8E1587A6}"/>
              </a:ext>
            </a:extLst>
          </p:cNvPr>
          <p:cNvCxnSpPr/>
          <p:nvPr/>
        </p:nvCxnSpPr>
        <p:spPr>
          <a:xfrm>
            <a:off x="6024083" y="-11642"/>
            <a:ext cx="0" cy="5053199"/>
          </a:xfrm>
          <a:prstGeom prst="line">
            <a:avLst/>
          </a:prstGeom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173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335</Words>
  <Application>Microsoft Macintosh PowerPoint</Application>
  <PresentationFormat>Custom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Chalkboard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e11052</dc:creator>
  <cp:lastModifiedBy>e11052</cp:lastModifiedBy>
  <cp:revision>139</cp:revision>
  <cp:lastPrinted>2025-12-26T03:51:29Z</cp:lastPrinted>
  <dcterms:created xsi:type="dcterms:W3CDTF">2025-12-26T00:14:05Z</dcterms:created>
  <dcterms:modified xsi:type="dcterms:W3CDTF">2025-12-26T05:11:40Z</dcterms:modified>
</cp:coreProperties>
</file>